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96b1dffe6b42be" /><Relationship Type="http://schemas.openxmlformats.org/officeDocument/2006/relationships/extended-properties" Target="/docProps/app.xml" Id="R57f90ca50f4e4a09" /><Relationship Type="http://schemas.openxmlformats.org/officeDocument/2006/relationships/officeDocument" Target="/ppt/presentation.xml" Id="R4e6d26b2a0854e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d540f7db8d496c"/>
  </p:sldMasterIdLst>
  <p:notesMasterIdLst>
    <p:notesMasterId xmlns:r="http://schemas.openxmlformats.org/officeDocument/2006/relationships" r:id="R99525e745ce64363"/>
  </p:notesMasterIdLst>
  <p:sldIdLst>
    <p:sldId xmlns:r="http://schemas.openxmlformats.org/officeDocument/2006/relationships" id="256" r:id="Rb25c915abb8e439e"/>
    <p:sldId xmlns:r="http://schemas.openxmlformats.org/officeDocument/2006/relationships" id="257" r:id="R7ec2ba5004974233"/>
    <p:sldId xmlns:r="http://schemas.openxmlformats.org/officeDocument/2006/relationships" id="258" r:id="Rb65209380d0344af"/>
    <p:sldId xmlns:r="http://schemas.openxmlformats.org/officeDocument/2006/relationships" id="259" r:id="Rb3356433c1d04ef3"/>
    <p:sldId xmlns:r="http://schemas.openxmlformats.org/officeDocument/2006/relationships" id="260" r:id="R0b1cc6a8c3404bdb"/>
    <p:sldId xmlns:r="http://schemas.openxmlformats.org/officeDocument/2006/relationships" id="261" r:id="R2b328fa888f547e4"/>
    <p:sldId xmlns:r="http://schemas.openxmlformats.org/officeDocument/2006/relationships" id="262" r:id="R24d45faba9114d6f"/>
    <p:sldId xmlns:r="http://schemas.openxmlformats.org/officeDocument/2006/relationships" id="263" r:id="Rfd6dcdaafd094ab3"/>
    <p:sldId xmlns:r="http://schemas.openxmlformats.org/officeDocument/2006/relationships" id="264" r:id="R89261516eeed49c7"/>
    <p:sldId xmlns:r="http://schemas.openxmlformats.org/officeDocument/2006/relationships" id="265" r:id="R3dfaee76f0904b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540f7db8d496c" /><Relationship Type="http://schemas.openxmlformats.org/officeDocument/2006/relationships/theme" Target="/ppt/theme/theme1.xml" Id="R0d9a71e8ad7d49f8" /><Relationship Type="http://schemas.openxmlformats.org/officeDocument/2006/relationships/notesMaster" Target="/ppt/notesMasters/notesMaster1.xml" Id="R99525e745ce64363" /><Relationship Type="http://schemas.openxmlformats.org/officeDocument/2006/relationships/presProps" Target="/ppt/presProps.xml" Id="R0beafa68e97648b5" /><Relationship Type="http://schemas.openxmlformats.org/officeDocument/2006/relationships/viewProps" Target="/ppt/viewProps.xml" Id="R6920e2b376da4e5c" /><Relationship Type="http://schemas.openxmlformats.org/officeDocument/2006/relationships/tableStyles" Target="/ppt/tableStyles.xml" Id="R95d039ae1d8a4a21" /><Relationship Type="http://schemas.openxmlformats.org/officeDocument/2006/relationships/slide" Target="/ppt/slides/slide1.xml" Id="Rb25c915abb8e439e" /><Relationship Type="http://schemas.openxmlformats.org/officeDocument/2006/relationships/slide" Target="/ppt/slides/slide2.xml" Id="R7ec2ba5004974233" /><Relationship Type="http://schemas.openxmlformats.org/officeDocument/2006/relationships/slide" Target="/ppt/slides/slide3.xml" Id="Rb65209380d0344af" /><Relationship Type="http://schemas.openxmlformats.org/officeDocument/2006/relationships/slide" Target="/ppt/slides/slide4.xml" Id="Rb3356433c1d04ef3" /><Relationship Type="http://schemas.openxmlformats.org/officeDocument/2006/relationships/slide" Target="/ppt/slides/slide5.xml" Id="R0b1cc6a8c3404bdb" /><Relationship Type="http://schemas.openxmlformats.org/officeDocument/2006/relationships/slide" Target="/ppt/slides/slide6.xml" Id="R2b328fa888f547e4" /><Relationship Type="http://schemas.openxmlformats.org/officeDocument/2006/relationships/slide" Target="/ppt/slides/slide7.xml" Id="R24d45faba9114d6f" /><Relationship Type="http://schemas.openxmlformats.org/officeDocument/2006/relationships/slide" Target="/ppt/slides/slide8.xml" Id="Rfd6dcdaafd094ab3" /><Relationship Type="http://schemas.openxmlformats.org/officeDocument/2006/relationships/slide" Target="/ppt/slides/slide9.xml" Id="R89261516eeed49c7" /><Relationship Type="http://schemas.openxmlformats.org/officeDocument/2006/relationships/slide" Target="/ppt/slides/slide10.xml" Id="R3dfaee76f0904b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7aefaeb3ed646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93571e6c8943f9" /><Relationship Type="http://schemas.openxmlformats.org/officeDocument/2006/relationships/notesMaster" Target="/ppt/notesMasters/notesMaster1.xml" Id="R9a0f5928c4c946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6085941fd0421a" /><Relationship Type="http://schemas.openxmlformats.org/officeDocument/2006/relationships/notesMaster" Target="/ppt/notesMasters/notesMaster1.xml" Id="R44f4fbe361da41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79f351b01946ac" /><Relationship Type="http://schemas.openxmlformats.org/officeDocument/2006/relationships/notesMaster" Target="/ppt/notesMasters/notesMaster1.xml" Id="R67089693676e44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1e2ffec8d24363" /><Relationship Type="http://schemas.openxmlformats.org/officeDocument/2006/relationships/notesMaster" Target="/ppt/notesMasters/notesMaster1.xml" Id="R233fed27c2e0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83327fee74643" /><Relationship Type="http://schemas.openxmlformats.org/officeDocument/2006/relationships/notesMaster" Target="/ppt/notesMasters/notesMaster1.xml" Id="R64c22cf2dc0b44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baedec6ee64172" /><Relationship Type="http://schemas.openxmlformats.org/officeDocument/2006/relationships/notesMaster" Target="/ppt/notesMasters/notesMaster1.xml" Id="Rf37c2aead07347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9c47319fc944e7" /><Relationship Type="http://schemas.openxmlformats.org/officeDocument/2006/relationships/notesMaster" Target="/ppt/notesMasters/notesMaster1.xml" Id="R9a414f5486264a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858e62579046a7" /><Relationship Type="http://schemas.openxmlformats.org/officeDocument/2006/relationships/notesMaster" Target="/ppt/notesMasters/notesMaster1.xml" Id="R152dfd91d55d4b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d4d73b386b47ac" /><Relationship Type="http://schemas.openxmlformats.org/officeDocument/2006/relationships/notesMaster" Target="/ppt/notesMasters/notesMaster1.xml" Id="R9256701a725f4e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cf6c4674bf4259" /><Relationship Type="http://schemas.openxmlformats.org/officeDocument/2006/relationships/notesMaster" Target="/ppt/notesMasters/notesMaster1.xml" Id="R69da1f3527f544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ba13d13a4418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cc16cc891747b2" /><Relationship Type="http://schemas.openxmlformats.org/officeDocument/2006/relationships/slideLayout" Target="/ppt/slideLayouts/slideLayout2.xml" Id="Rbeabe75c1e6b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be75c1e6b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e5271ef0334416" /><Relationship Type="http://schemas.openxmlformats.org/officeDocument/2006/relationships/image" Target="/ppt/media/image.png" Id="R36ee3b9d45be45bd" /><Relationship Type="http://schemas.openxmlformats.org/officeDocument/2006/relationships/notesSlide" Target="/ppt/notesSlides/notesSlide1.xml" Id="Rcab6c0fa7d79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a61b5189b6442b" /><Relationship Type="http://schemas.openxmlformats.org/officeDocument/2006/relationships/notesSlide" Target="/ppt/notesSlides/notesSlide2.xml" Id="R5289f4e596e8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634a197444aa4" /><Relationship Type="http://schemas.openxmlformats.org/officeDocument/2006/relationships/notesSlide" Target="/ppt/notesSlides/notesSlide3.xml" Id="R533510a4bb9849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c725f55d5843d2" /><Relationship Type="http://schemas.openxmlformats.org/officeDocument/2006/relationships/notesSlide" Target="/ppt/notesSlides/notesSlide4.xml" Id="R3876e37272fb41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0f5ada4d4b4b32" /><Relationship Type="http://schemas.openxmlformats.org/officeDocument/2006/relationships/notesSlide" Target="/ppt/notesSlides/notesSlide5.xml" Id="R97f2350b57f741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78e72c42c485d" /><Relationship Type="http://schemas.openxmlformats.org/officeDocument/2006/relationships/notesSlide" Target="/ppt/notesSlides/notesSlide6.xml" Id="R42c1979f0cbe4b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fb2390e07a43cb" /><Relationship Type="http://schemas.openxmlformats.org/officeDocument/2006/relationships/image" Target="/ppt/media/image2.png" Id="Ra31bf64276874566" /><Relationship Type="http://schemas.openxmlformats.org/officeDocument/2006/relationships/notesSlide" Target="/ppt/notesSlides/notesSlide7.xml" Id="Rb7d6193c0d944e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a761f562704a45" /><Relationship Type="http://schemas.openxmlformats.org/officeDocument/2006/relationships/notesSlide" Target="/ppt/notesSlides/notesSlide8.xml" Id="R4263fdedbeb349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11a22cd824790" /><Relationship Type="http://schemas.openxmlformats.org/officeDocument/2006/relationships/notesSlide" Target="/ppt/notesSlides/notesSlide9.xml" Id="R9bb3b4260b0c42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86406512f847a5" /><Relationship Type="http://schemas.openxmlformats.org/officeDocument/2006/relationships/notesSlide" Target="/ppt/notesSlides/notesSlide10.xml" Id="Rabbe6bcf436049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94A5F-8010-416D-B5ED-104F9F8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e3b9d45be45bd"/>
          <a:srcRect xmlns:a="http://schemas.openxmlformats.org/drawingml/2006/main" l="16388" t="0" r="16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03AF3-4B72-421E-9401-25D99B8C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F81BB-F9E4-43DD-A283-9162DF04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80D8F-D1B6-400E-8D0A-8B077F6E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B2923-DFCE-4299-BFAE-7DDF5396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11:00-5:00 PT / FIRST 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0BA75-9B38-42CA-BF1D-7A3C4A1D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Welcome To</a:t>
            </a:r>
          </a:p>
          <a:p xmlns:a="http://schemas.openxmlformats.org/drawingml/2006/main">
            <a:pPr algn="l">
              <a:defRPr sz="40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PearlPortal</a:t>
            </a:r>
          </a:p>
          <a:p xmlns:a="http://schemas.openxmlformats.org/drawingml/2006/main">
            <a:pPr algn="l">
              <a:defRPr sz="40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AI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88701-9547-4557-B638-11A0AD9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Today you learn the system, set up Codex, and draw the architecture before touching code.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C0515-BE12-4867-BCB2-FC009E29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3F9DC-B5D8-4537-A2EF-D4F2F847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Codex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14E13-55EC-4469-8662-711F3C60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482F1-1B85-4ACB-A673-BD51C528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7207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DACBD-87DF-4FD0-8DCD-127B73AB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054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FCCFF-A431-4CC7-B922-2A9846C4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720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No code today</a:t>
            </a:r>
          </a:p>
        </p:txBody>
      </p:sp>
    </p:spTree>
    <p:extLst>
      <p:ext uri="{BB962C8B-B14F-4D97-AF65-F5344CB8AC3E}">
        <p14:creationId xmlns:p14="http://schemas.microsoft.com/office/powerpoint/2010/main" val="5077366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F6605-D104-496E-8430-D395C120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ABC5C-5B8A-4CA3-A62E-13CE5A8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EBEA5-7DD5-486F-90FA-2337630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3B79D-CDCA-450D-9CCB-E36A08E1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TODAY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009A0-45CA-4B56-8814-BC425C32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By 5 PM, you should be able to explain the system without pretending.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AD651-E4E8-4B8E-AFA2-E1AE5E98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CD5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6448B-AC87-49C8-AED7-91EA72CE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843B7-3266-4EB7-8F5B-BC8B2433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Install the 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225CA-8F2B-4C97-97FA-CFB27D77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Codex + Edward Agent Stack working on your Mac.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E0EAF-8D30-41D5-B2BA-5E7A2864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C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C00B8-7DD8-4A9D-A294-13072594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8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F8F8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211BF-0931-4940-9C54-51C27652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Map the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BE935-DE0A-4084-9DA7-3F846CF9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148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Know frontend, backend, database, and vendor boundaries.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6B2B8-9658-4580-BE6F-3B871DE4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D7"/>
          </a:solidFill>
          <a:ln xmlns:a="http://schemas.openxmlformats.org/drawingml/2006/main" w="9525">
            <a:solidFill>
              <a:srgbClr val="CCD5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AD4FF-E89C-4EB7-B1B9-EC410304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84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C8842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E7449-F948-4B84-A4E2-24E7DB7F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Read with Codex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22DCA-7103-487D-84D0-76CFC740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Ask for file citations and verify against repo docs.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0F391-40E0-4C66-A9F8-BB94C6BE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E0"/>
          </a:solidFill>
          <a:ln xmlns:a="http://schemas.openxmlformats.org/drawingml/2006/main" w="9525">
            <a:solidFill>
              <a:srgbClr val="CCD5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B0EB8-C08B-434E-BB9A-DBDB1CD6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718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8575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B85750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A6F97-A675-4579-864C-0ADD8F1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Draw Excalidraw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9225B-3043-4263-ABD5-CA6A597F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Make the first architecture diagram for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8FEF9-5477-4F68-8609-A068F578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02</a:t>
            </a:r>
          </a:p>
        </p:txBody>
      </p:sp>
    </p:spTree>
    <p:extLst>
      <p:ext uri="{BB962C8B-B14F-4D97-AF65-F5344CB8AC3E}">
        <p14:creationId xmlns:p14="http://schemas.microsoft.com/office/powerpoint/2010/main" val="1214799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422CD6-D73E-4BF1-8D14-58F0C414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BB702-E578-4DDD-8B3D-77312877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35EC7-B519-4177-B5D9-739F127A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FE3FA-4424-4D74-8D41-7EA976C7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MACHINE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4B7A6-4628-49BD-AF19-E16107E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Your Mac is boring on purpose: local user, work accounts, repeatable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6DC6B-17EF-483D-9EA7-56946D22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BBFB3-9DDA-4E5C-9B28-A43FC7CE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Local macOS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4709A-4FD1-4507-AF55-3819878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Skip personal iCloud. Work apps use BLI/work email.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4C47C-7D4D-4496-B773-FE0E47F4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6E5B5-93A9-448E-8599-2AF098F0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8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F8F8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B42DA-14AA-48A4-8097-99978CF6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Run install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9EC2F-3286-4F99-B475-90CC18B3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Agent installs Homebrew, Node, Bun, Python, GitHub CLI, Supabase, Vercel, Repowise.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5D9F4-0B44-4DAF-922E-4330853E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FA32F-8034-4187-ABBA-A5D3DDCF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84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C8842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43CFE-000F-4AE0-9731-E50B4B9C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Finish auth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7EB03-E64D-4E94-BCDB-98AE0D2B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Codex, GitHub, Vercel, Supabase, Exa. Stop when login/API key is missing.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404A4-0761-4AD5-A125-ECAC871B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37F71-650E-4C54-BE5B-1859E9A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8575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B8575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2ABAF-8E74-4595-B6E7-1DEB376F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EFCF2-86D7-45CE-9D0F-7AF1B961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`./scripts/verify.sh` and `./scripts/auth-doctor.sh` tell us what passed.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C1642-E855-4C3A-B3DB-A470D8BB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FE8B0-B7D9-43FF-8C76-2089814C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05328-6791-4695-888C-2D2F42DB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DAD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DAD3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0729A-1A4C-4A16-A6D7-6E67DEB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Login, key, GUI prompt, or license step appears: stop and report exact missing gate.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5C45F-1B9A-4D3F-980B-2649FC78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03</a:t>
            </a:r>
          </a:p>
        </p:txBody>
      </p:sp>
    </p:spTree>
    <p:extLst>
      <p:ext uri="{BB962C8B-B14F-4D97-AF65-F5344CB8AC3E}">
        <p14:creationId xmlns:p14="http://schemas.microsoft.com/office/powerpoint/2010/main" val="929499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24976-FBD0-4C44-A769-9AD09306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FD1CA-87A0-4605-8690-0D1B92B1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1C9DA-06FE-4B8D-B952-1BC47DCC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364B2-9304-43BF-BD57-E05C22AD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PEARLPORTAL IN ONE PICTURE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A83EC-3AD2-44DA-AFC8-7EC0366D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Most work is boundary work: product UI, API services, data ownership, vendor sync.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836D0-A5FE-46A4-8876-3B01DA54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41068-40BB-407E-9D97-833AF86B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Vercel</a:t>
            </a:r>
          </a:p>
          <a:p xmlns:a="http://schemas.openxmlformats.org/drawingml/2006/main">
            <a:pPr algn="ctr">
              <a:defRPr sz="135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Next.js / React</a:t>
            </a:r>
          </a:p>
          <a:p xmlns:a="http://schemas.openxmlformats.org/drawingml/2006/main">
            <a:pPr algn="ctr">
              <a:defRPr sz="135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PearlPortal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58E85-1546-495B-8E9A-81563AF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7AA7E-0C83-4678-B4D5-7B5B28A6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9875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GCP Cloud Run</a:t>
            </a:r>
          </a:p>
          <a:p xmlns:a="http://schemas.openxmlformats.org/drawingml/2006/main">
            <a:pPr algn="ctr">
              <a:defRPr sz="135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Express / TypeScript</a:t>
            </a:r>
          </a:p>
          <a:p xmlns:a="http://schemas.openxmlformats.org/drawingml/2006/main">
            <a:pPr algn="ctr">
              <a:defRPr sz="135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API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9753D-A320-422C-BB7E-A15EBEED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D7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237FA-F0B8-45E5-9E11-7BA60FF3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1924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Supabase</a:t>
            </a:r>
          </a:p>
          <a:p xmlns:a="http://schemas.openxmlformats.org/drawingml/2006/main">
            <a:pPr algn="ctr">
              <a:defRPr sz="1350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Postgres / Auth / RLS</a:t>
            </a:r>
          </a:p>
          <a:p xmlns:a="http://schemas.openxmlformats.org/drawingml/2006/main">
            <a:pPr algn="ctr">
              <a:defRPr sz="1350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Storage / Realtime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A6893-2AD7-435E-87D2-F3B14584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E0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9F95E-005E-49AF-880E-E207D848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09875"/>
            <a:ext cx="1924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External systems</a:t>
            </a:r>
          </a:p>
          <a:p xmlns:a="http://schemas.openxmlformats.org/drawingml/2006/main">
            <a:pPr algn="ctr">
              <a:defRPr sz="1350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Salesforce / RingCentral</a:t>
            </a:r>
          </a:p>
          <a:p xmlns:a="http://schemas.openxmlformats.org/drawingml/2006/main">
            <a:pPr algn="ctr">
              <a:defRPr sz="1350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Velocity / AWS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1D5C1-A046-4CB5-81FA-408C9FD5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764E8-3CBE-4950-AA8B-0736465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1EE08-0402-46C7-BD11-675FC951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33658-96B0-435F-9EBB-21A583A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BC425-4509-495F-9860-9F540C0C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5255F-C9FB-499B-81F3-8F8BCB20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68CCD-D459-4ED2-A6BC-3518C15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1B539-41AB-4BD0-9D2B-F0898596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481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Vercel crons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3459F-34D3-4F79-AB9E-83D61732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815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29790-1074-4CF8-8432-6ED33540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481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Inngest jobs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50E39-CC2B-4315-87ED-66060CAD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815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AA141-4518-4DB0-8A0B-E5646FA4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481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Migration CD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7D8B5-68BF-45F5-83F1-C2F9F1D7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815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26F45-D30F-4DFA-A1D9-9DA60812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481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Webhook intake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FE9BA-8C14-41D8-966B-5D1CBC0C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Diagram rule: draw arrows in the direction data or control actually moves. Ambiguous arrows are bugs.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49044-E8AB-430B-B0F0-0C89553E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04</a:t>
            </a:r>
          </a:p>
        </p:txBody>
      </p:sp>
    </p:spTree>
    <p:extLst>
      <p:ext uri="{BB962C8B-B14F-4D97-AF65-F5344CB8AC3E}">
        <p14:creationId xmlns:p14="http://schemas.microsoft.com/office/powerpoint/2010/main" val="13529775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DDCD4-B400-4622-944C-2A46799E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9A18C-60E8-468E-BBD3-BF21EEB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31CC7-4753-4BD7-95AB-B3D07EC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2EA2B-8E1F-4701-ABDF-596C62A6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D71C8-3064-4903-A9AA-3C99BBD9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PearlPortal replaces messy broker work with one operating cockpit.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19C94-D4B1-4749-89C4-0460479D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F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DC244-5203-49B8-A79F-66E7BEA4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rPr>
              <a:t>Leads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5DA1E-8A5F-4169-BA3F-2981C0F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inbound, routing,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3FDCF-4560-4844-9AF0-D8AD5818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F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0836E-8430-425E-BEA9-BD127A0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8F86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F8F86"/>
                </a:solidFill>
                <a:latin typeface="Aptos Display"/>
                <a:ea typeface="Aptos Display"/>
                <a:cs typeface="Aptos Display"/>
              </a:rPr>
              <a:t>Deals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51878-36AB-4587-80E2-9966578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pipeline, notes, follow-ups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86A6E-581C-4A75-AE82-DF10A5EF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F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53C1E-FF5F-4655-8AA9-AF4FAB49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842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C8842E"/>
                </a:solidFill>
                <a:latin typeface="Aptos Display"/>
                <a:ea typeface="Aptos Display"/>
                <a:cs typeface="Aptos Display"/>
              </a:rPr>
              <a:t>Calls/SMS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4F825-2171-4A86-B352-53B14EB9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RingCentral activity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6EFF1-1DE6-4609-A084-E878A718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F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B8F59-1FA6-414D-A08F-93BA5856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575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B85750"/>
                </a:solidFill>
                <a:latin typeface="Aptos Display"/>
                <a:ea typeface="Aptos Display"/>
                <a:cs typeface="Aptos Display"/>
              </a:rPr>
              <a:t>HOLP/AML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C322D-CB7A-49A2-8111-AC5DACF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Velocity docs, credit data, AI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453F8-0F82-49DA-BB13-5177BF00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FD8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5BCA8-E690-45CA-BE86-6AF8DFFC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04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3044"/>
                </a:solidFill>
                <a:latin typeface="Aptos Display"/>
                <a:ea typeface="Aptos Display"/>
                <a:cs typeface="Aptos Display"/>
              </a:rPr>
              <a:t>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97C31-8A0A-4D41-A78F-AE97563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monitoring, users, sync health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76B4F-FE40-4252-9B96-D917C24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2819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D5D75-D294-4608-936A-4F748343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DA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DAD3"/>
                </a:solidFill>
                <a:latin typeface="Aptos"/>
                <a:ea typeface="Aptos"/>
                <a:cs typeface="Aptos"/>
              </a:rPr>
              <a:t>Real lesson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28227-3244-4B27-A028-CA75AE36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29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 bugs often start at data boundaries.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3968DB-9DB8-40DD-9FAC-4AA53E59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05</a:t>
            </a:r>
          </a:p>
        </p:txBody>
      </p:sp>
    </p:spTree>
    <p:extLst>
      <p:ext uri="{BB962C8B-B14F-4D97-AF65-F5344CB8AC3E}">
        <p14:creationId xmlns:p14="http://schemas.microsoft.com/office/powerpoint/2010/main" val="14230321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5F5BDF-EC63-44A5-9757-01D18460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36642-C57C-41FC-82B2-31A59BFE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A9A0F-2501-404F-93D0-63443A43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7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9D654-35F3-4F5F-A77A-1C3E49DC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WHERE COMPLEXITY LIVES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B7611-AF28-4716-BEB7-F9D1FB2C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Sync is not copy-paste. It is ownership, timing, retries, and source of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155FB-6B2F-461A-A34D-C381354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46BC8-76C1-4C65-BB3F-49C66C29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FFDEE-E0C2-4765-842C-797F96BA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D915F-4611-4785-9655-05C139A9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E4EAE-1B68-480C-8018-6EF0A440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54658-E048-4531-8C1E-77AEF931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External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BF006-35BC-4401-A24D-88F31035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241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98DF3-22D9-4388-930E-26C54E50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58A8D-8BF1-4A6B-BE74-F1DBCA5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7870D-EB7D-4A0F-ADE6-D81AB8A0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Salesforce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FEE48-F0A4-42E8-A570-27D572F0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5282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71F6E-E659-499E-96E1-0BBC3CDC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7862D-D845-4255-8142-FFF5F7A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6121C-5D24-467C-9F49-CCE102CD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RingCentral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ACE6F-D893-4F22-A252-93FD96B1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814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1B223-520D-4404-B5F9-DCB5F922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671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3DD62-02B2-4A3D-A2C0-2523E4D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4617D-B7CD-4D4F-9A8C-BBA8DF08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Velocity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18B89-022A-4F17-A163-30AA3C8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012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B270E-4AD1-4BB8-A977-A2F8D8BE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9582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9516C-64F7-409A-A567-4E58DF40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266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80F16-1864-49C4-9821-1D5DC0D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71825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Backend + Edge + Jobs</a:t>
            </a:r>
          </a:p>
          <a:p xmlns:a="http://schemas.openxmlformats.org/drawingml/2006/main">
            <a:pPr algn="ctr">
              <a:defRPr sz="135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validate, map, retry</a:t>
            </a:r>
          </a:p>
          <a:p xmlns:a="http://schemas.openxmlformats.org/drawingml/2006/main">
            <a:pPr algn="ctr">
              <a:defRPr sz="135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protect ownership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BEAE4-9E0B-4E05-880D-B4133CD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909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DD579B-1D22-4A99-BAE6-5433F927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1B098-4283-4358-9CFE-28F0FA2E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3050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D7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54966C-8EEF-4E69-AE50-12E83B38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71825"/>
            <a:ext cx="2038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Supabase</a:t>
            </a:r>
          </a:p>
          <a:p xmlns:a="http://schemas.openxmlformats.org/drawingml/2006/main">
            <a:pPr algn="ctr">
              <a:defRPr sz="1425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Postgres / Auth / RLS</a:t>
            </a:r>
          </a:p>
          <a:p xmlns:a="http://schemas.openxmlformats.org/drawingml/2006/main">
            <a:pPr algn="ctr">
              <a:defRPr sz="1425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Storage / Realtime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52578F-AE26-4F81-9FAA-E19231F4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909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03F67-0935-4B88-94E6-01B4BD5F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766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D1CD58-0531-4D42-9A64-AC9E5757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1905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E0"/>
          </a:solidFill>
          <a:ln xmlns:a="http://schemas.openxmlformats.org/drawingml/2006/main" w="9525">
            <a:solidFill>
              <a:srgbClr val="D4DC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DF7FD1-C984-4BAA-855F-1D60B379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71825"/>
            <a:ext cx="1638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Broker UI</a:t>
            </a:r>
          </a:p>
          <a:p xmlns:a="http://schemas.openxmlformats.org/drawingml/2006/main">
            <a:pPr algn="ctr">
              <a:defRPr sz="1350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shows current truth</a:t>
            </a:r>
          </a:p>
          <a:p xmlns:a="http://schemas.openxmlformats.org/drawingml/2006/main">
            <a:pPr algn="ctr">
              <a:defRPr sz="1350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not raw vendor noise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67A3F2-C76F-4801-AD10-A721776E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When you diagram, mark: source of truth, overwrite risk, auth boundary, retry path.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23397C-5D3A-43C7-A70E-61557D34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06</a:t>
            </a:r>
          </a:p>
        </p:txBody>
      </p:sp>
    </p:spTree>
    <p:extLst>
      <p:ext uri="{BB962C8B-B14F-4D97-AF65-F5344CB8AC3E}">
        <p14:creationId xmlns:p14="http://schemas.microsoft.com/office/powerpoint/2010/main" val="18632332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EBEC64-F4AF-494D-BC12-5DEE9E0F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bf64276874566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D1C36-69AC-462C-BCEF-7619F7AF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39F57-C7DE-4981-A403-0F815E5A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F7A91-576A-40D7-AAAE-763C51C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AI ENGINEERING: NOW VS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FF991-8E00-470B-A206-6F7930F6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581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best agent now.</a:t>
            </a:r>
          </a:p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Build the control loop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1AC27-9606-4548-A27F-5B1FC5B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781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9D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FA822-9484-4E7B-88FC-4F81A117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E88DA-29C7-44D6-8FD1-D144AE0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Codex reads repo, cites files, edits, tests, opens PRs.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F577E-6B9A-4C53-B608-EEA40FA3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27813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9DC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6699B-C19B-4D1F-8904-293A15C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051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8F8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8F86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C2324-DCD6-4AE0-A27E-147F05A2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38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Cockpit captures raw sessions, attributes operator, scores work, improves training.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F46D0-7943-43CF-BE61-7D97F7F8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Raw first. Analysis second.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8D126-031E-402D-AA42-41472520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07</a:t>
            </a:r>
          </a:p>
        </p:txBody>
      </p:sp>
    </p:spTree>
    <p:extLst>
      <p:ext uri="{BB962C8B-B14F-4D97-AF65-F5344CB8AC3E}">
        <p14:creationId xmlns:p14="http://schemas.microsoft.com/office/powerpoint/2010/main" val="203894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97A708-6D10-4EA5-9F80-917044D2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B345-68A3-4C9A-AE99-B9E167BD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3B754-8B07-41AD-A1D0-F7854D50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F7DE6-DC97-4290-908D-821C5F4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HOW YOU USE CODEX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F235F-FDD8-4902-8D62-B570CA54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Do not ask vague questions. Give Codex the repo, the task, and the proof standard.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ACB48-83A4-4B78-A6DC-B22A1069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998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E0"/>
          </a:solidFill>
          <a:ln xmlns:a="http://schemas.openxmlformats.org/drawingml/2006/main" w="9525">
            <a:solidFill>
              <a:srgbClr val="CCD5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BB941-747E-4927-B8FD-1A542FC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Bad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6386B-D90C-4366-BCF5-DEA0F22F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8605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How does this app work?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4BFD0-59A5-46B2-9D9F-73E306F3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998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CD5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3E5EC-3EC3-47DF-B52F-B9ECAF74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Good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551EF-B108-45A5-827E-6FA9D41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100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 the PearlPortal docs and source. Map frontend, backend, database, external integrations. Cite 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15A52-5F54-4017-A8F7-FDDA0BF3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998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CD5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64EFE-43F6-40B5-90AC-A7E14C83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Better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4BF3A-8939-41CE-9559-0A2894BD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3395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Find the exact data path for a lead from provider intake to broker UI. Show files, tables, auth boundary, failure modes.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F4803-AB28-4571-BEAB-13A76FFF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Default loop: ask Codex -&gt; inspect files -&gt; make diagram -&gt; explain back -&gt; only then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C2230-F765-4D9A-905C-F8F44AAB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08</a:t>
            </a:r>
          </a:p>
        </p:txBody>
      </p:sp>
    </p:spTree>
    <p:extLst>
      <p:ext uri="{BB962C8B-B14F-4D97-AF65-F5344CB8AC3E}">
        <p14:creationId xmlns:p14="http://schemas.microsoft.com/office/powerpoint/2010/main" val="15292923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BBDEE-9837-4538-BDC9-4AD776BC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67EC1-9D53-43B8-9A7D-2165336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0C209-8219-49BE-947D-33B044C4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D96A6-D0FC-4E39-87E3-D6FE8DD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EXCALIDRAW 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17F53-AC2F-4BF8-8C1E-0EAAE9F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Draw the architecture. Good diagram beats fake confidence.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14C2E-C339-4583-88C3-316FFC1D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667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676E4-39E4-4144-BA06-8E061CEB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Your diagram must show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196B3-64CF-40B6-9723-E789AA6F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4D907-12AE-4C81-880C-094DD82F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38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System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1F11D-31DA-4A5A-BD26-65D0D4D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9A01B-908B-4168-A6BA-020EFA3A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Data/control arrows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F353B-3963-419D-A32D-91EF0102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83D71-6438-45FB-A287-3211C244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386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Source of truth by domain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3A78D-D081-4FBA-9CAB-1254D572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7DDBF-B267-4CC8-823A-304F142C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Auth and secret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6BD36-E7AA-4B23-9ED2-686DFC28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4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1477B-B0D2-4E4B-BDD4-EBD81424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38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One failure mode per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178FD-88C7-462A-811B-F8F1CD29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667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9D5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1F52F-C6A6-4DB1-83FF-86D44C72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A8C"/>
                </a:solidFill>
                <a:latin typeface="Aptos Display"/>
                <a:ea typeface="Aptos Display"/>
                <a:cs typeface="Aptos Display"/>
              </a:rPr>
              <a:t>Use this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D6813-F3FC-4A92-81BB-AD56E017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3638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 PearlPortal repo docs and source. Build an architecture map for a new intern. Cite files for every system box. Flag unknowns instead of guessing.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8A20D-2E2A-41ED-93A2-B85FAAD3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23161-4358-4DD7-A05C-B90950D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529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No code today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985DB-CB30-4ACA-9A7D-0506FD50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E497B-4A57-4BC6-9F01-6C5EC8A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5297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Cite files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58952-2AC9-40CC-AE80-C5E67445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863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FBAC6-0D29-4C27-8ABD-F6CD1F9F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Flag unknowns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FABA4-55E2-47CC-A03E-EC1BE828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09</a:t>
            </a:r>
          </a:p>
        </p:txBody>
      </p:sp>
    </p:spTree>
    <p:extLst>
      <p:ext uri="{BB962C8B-B14F-4D97-AF65-F5344CB8AC3E}">
        <p14:creationId xmlns:p14="http://schemas.microsoft.com/office/powerpoint/2010/main" val="18040838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77A11-8A40-45E7-BDE8-82174F9E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82298-38A1-47C2-AC70-F1C1084C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40449-3A6A-44F5-9AC5-224F084B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D92FD-8B83-457B-96A7-87706B6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END-OF-DAY BAR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FA8BC-1E00-45B1-A499-E30FC77B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You win today by becoming legible: to yourself, to Codex, and to the team.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AE8E2-3E72-48A1-B225-377FAD2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114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E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C63E0-1DD6-4E84-A6BE-EA32041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530D2-4068-46F5-9396-480CA0B6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765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Stack installed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3698A-CA6E-4487-9F62-5EFB892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or exact blocker written 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F9CEE-5FC3-4F5A-B202-EE0C46F6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4114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E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2AE2E-941B-402C-B086-085362E5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F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F86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B82A0-524C-4344-A8A7-9075AF91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 map drafted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7448E-3A31-41FD-8313-085B8E9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with file citations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5EBA2-5A3C-49E5-B452-C53E3154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114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9525">
            <a:solidFill>
              <a:srgbClr val="CE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085B4-A169-42ED-B6DE-3704CA4A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8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842E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EC2DB-10D9-4A6F-BDFF-BFF4635E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76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Architecture diagram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B2C00-A0F1-4F4A-B33B-E773FB0F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81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review-ready in Excalidraw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00734-DAAD-4949-A1A4-D0E9CC1E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4114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EE"/>
          </a:solidFill>
          <a:ln xmlns:a="http://schemas.openxmlformats.org/drawingml/2006/main" w="9525">
            <a:solidFill>
              <a:srgbClr val="CE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5035F-D11F-4A7C-A5AD-E1C7E89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529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7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750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5AC4B-20BC-47AC-BFE5-1D6DF574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76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Question 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3D7C0-3C09-40BA-84EF-467B6C8F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81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3"/>
                </a:solidFill>
                <a:latin typeface="Aptos"/>
                <a:ea typeface="Aptos"/>
                <a:cs typeface="Aptos"/>
              </a:rPr>
              <a:t>specific, not vibes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A4E3E-93A3-4E80-BCF2-279ECE79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06647-19C0-48D5-9D74-E139D80A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Next session: small ticket, plan first, tests second, PR last.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5D20C-057E-4CA9-A708-4542C23D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73"/>
                </a:solidFill>
                <a:latin typeface="Aptos"/>
                <a:ea typeface="Aptos"/>
                <a:cs typeface="Aptos"/>
              </a:rPr>
              <a:t>PearlPortal intern onboarding / 10</a:t>
            </a:r>
          </a:p>
        </p:txBody>
      </p:sp>
    </p:spTree>
    <p:extLst>
      <p:ext uri="{BB962C8B-B14F-4D97-AF65-F5344CB8AC3E}">
        <p14:creationId xmlns:p14="http://schemas.microsoft.com/office/powerpoint/2010/main" val="1665744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2026-05-04T18:31:33.7500000Z</dcterms:created>
  <dcterms:modified xsi:type="dcterms:W3CDTF">2026-05-04T18:31:33.7500000Z</dcterms:modified>
</coreProperties>
</file>